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7" r:id="rId10"/>
    <p:sldId id="268" r:id="rId11"/>
    <p:sldId id="269" r:id="rId12"/>
    <p:sldId id="270" r:id="rId13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1699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35BCD-32AF-477A-8EA4-4C2D855511F5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D9F02-9C78-4B4D-B401-F007997333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352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35BCD-32AF-477A-8EA4-4C2D855511F5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D9F02-9C78-4B4D-B401-F007997333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4601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35BCD-32AF-477A-8EA4-4C2D855511F5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D9F02-9C78-4B4D-B401-F007997333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5493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35BCD-32AF-477A-8EA4-4C2D855511F5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D9F02-9C78-4B4D-B401-F007997333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7558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35BCD-32AF-477A-8EA4-4C2D855511F5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D9F02-9C78-4B4D-B401-F007997333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845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35BCD-32AF-477A-8EA4-4C2D855511F5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D9F02-9C78-4B4D-B401-F007997333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956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35BCD-32AF-477A-8EA4-4C2D855511F5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D9F02-9C78-4B4D-B401-F007997333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0593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35BCD-32AF-477A-8EA4-4C2D855511F5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D9F02-9C78-4B4D-B401-F007997333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167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35BCD-32AF-477A-8EA4-4C2D855511F5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D9F02-9C78-4B4D-B401-F007997333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095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35BCD-32AF-477A-8EA4-4C2D855511F5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D9F02-9C78-4B4D-B401-F007997333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7251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35BCD-32AF-477A-8EA4-4C2D855511F5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D9F02-9C78-4B4D-B401-F007997333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8207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B35BCD-32AF-477A-8EA4-4C2D855511F5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7D9F02-9C78-4B4D-B401-F007997333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542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1FACF5-F38E-27F4-9B17-724720CA80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3502"/>
            <a:ext cx="9906000" cy="5570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994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646CA-DFAB-D662-979A-5FE67F06E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2228C-4F69-3F58-D02C-3CAFE6DAAC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3221"/>
            <a:ext cx="9906000" cy="557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889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4B00B-708D-1563-5880-C775C2438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CB287E-352B-AA1A-0167-558CE1FBED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2463"/>
            <a:ext cx="9906000" cy="5573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697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E073A-4CA4-C2AE-7AE5-C710659BA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A1AE79-3899-1839-76F0-C06E406C2B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0926"/>
            <a:ext cx="9906000" cy="5596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29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ED9E6-7364-F785-696E-0D893229A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00D51C-7AD0-64F6-1938-69149EDA6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2466"/>
            <a:ext cx="9906000" cy="5573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413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C98C3-6F4D-EC4F-FD78-24A33D554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5278B8-3040-A86D-9823-41343E1012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959"/>
            <a:ext cx="9906000" cy="565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991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EC4B8-16A1-9658-E28F-B67557112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D33CE9-F45C-CC78-66BA-8EA929244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45" y="738805"/>
            <a:ext cx="9566110" cy="538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104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6531E-6855-6C0F-8642-7E4657D0F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A697D2-D127-D5B7-3DCE-CA21907AD1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3221"/>
            <a:ext cx="9906000" cy="557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003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D9CC1-FCC4-3426-BE53-3DAB3C37B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B3E6DB-F95F-01B6-11A7-626407054A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3221"/>
            <a:ext cx="9906000" cy="557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898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D3090-B1A5-D6FA-220C-F8A82A931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1D799A-E5D0-E6A0-2E60-60E6F4A084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20" y="611124"/>
            <a:ext cx="9722035" cy="554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915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E3135-4A47-B16A-481B-B4B04A41D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815B7F-63DF-34A3-6F9C-ABA9E2BD15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" y="621792"/>
            <a:ext cx="9710928" cy="561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008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EAFE5-D59D-6A7B-EEC1-B2682A608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EC7F81-FF36-FFC0-A15E-E1406F6ECE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2463"/>
            <a:ext cx="9906000" cy="557307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34EFF32-1E7D-C0FD-4E09-2CD5E92C8E1D}"/>
              </a:ext>
            </a:extLst>
          </p:cNvPr>
          <p:cNvSpPr/>
          <p:nvPr/>
        </p:nvSpPr>
        <p:spPr>
          <a:xfrm>
            <a:off x="519289" y="5621867"/>
            <a:ext cx="1952978" cy="5936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854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</TotalTime>
  <Words>0</Words>
  <Application>Microsoft Office PowerPoint</Application>
  <PresentationFormat>A4 Paper (210x297 mm)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Vaibhav Arora</dc:creator>
  <cp:lastModifiedBy>Vaibhav Arora</cp:lastModifiedBy>
  <cp:revision>5</cp:revision>
  <dcterms:created xsi:type="dcterms:W3CDTF">2026-02-19T14:59:19Z</dcterms:created>
  <dcterms:modified xsi:type="dcterms:W3CDTF">2026-02-20T06:29:59Z</dcterms:modified>
</cp:coreProperties>
</file>